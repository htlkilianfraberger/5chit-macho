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BB13E-62E8-F200-6DC9-72D1D5304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0BFC8F-7FCE-D874-3E63-A079D7C23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F37339-FA29-DE12-17C9-DC26CD333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6766-D935-4B20-8070-32D7F29F50FE}" type="datetimeFigureOut">
              <a:rPr lang="de-AT" smtClean="0"/>
              <a:t>12.10.2026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180CEF-2C23-FFC5-D606-25DA2F4F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258BF0-9686-2361-F840-EEA90AF8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7B95A-BA46-4E02-8D32-2352C849B4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08065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6E1587-DD10-1288-C4EF-893B1EF1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0A328E-9AF0-C75D-CE4F-4EADA6490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64C4D8-DC96-1FD0-99C7-F90DE1C9C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6766-D935-4B20-8070-32D7F29F50FE}" type="datetimeFigureOut">
              <a:rPr lang="de-AT" smtClean="0"/>
              <a:t>12.10.2026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0591DA-1C93-4AE0-5B29-3A103740E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498DA4-82DE-3704-09EF-188B7001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7B95A-BA46-4E02-8D32-2352C849B4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12231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41C2CE-E9AB-31D1-A607-744EBE1B5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97EA87-52B5-5A0D-1E69-8A1992947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7B2763-F8A2-7AD3-EBEA-38535069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6766-D935-4B20-8070-32D7F29F50FE}" type="datetimeFigureOut">
              <a:rPr lang="de-AT" smtClean="0"/>
              <a:t>12.10.2026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01E052-75DF-8707-5C41-18D58040A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640271-9051-8201-06E4-216EC493F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7B95A-BA46-4E02-8D32-2352C849B4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93806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8E4D48-8E90-CE5B-A565-7D67A6022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858ED4-6F89-3FCC-DA98-52290924B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15677FC-82BE-6F64-7FA5-C2457589E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F69F28F-C80B-625B-BD25-B428A28A4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6766-D935-4B20-8070-32D7F29F50FE}" type="datetimeFigureOut">
              <a:rPr lang="de-AT" smtClean="0"/>
              <a:t>12.10.2026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C61D54F-0B6C-7594-766D-D17FB38BF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A326ED-0797-683D-EE02-35C15E380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7B95A-BA46-4E02-8D32-2352C849B4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74662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C66FD0-C3C6-DEFA-F619-E2482000F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F4E598-14B9-E4A1-FAAD-AA78C1D56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2340C83-F6AE-91CD-232B-04B545CA0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B520A29-9A9C-E5F9-4ACB-B74748CA6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8E43B4-0417-6810-A8A5-F113744A0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084424E-2F9E-46E4-948C-90586DAFD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6766-D935-4B20-8070-32D7F29F50FE}" type="datetimeFigureOut">
              <a:rPr lang="de-AT" smtClean="0"/>
              <a:t>12.10.2026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9634A5A-4BD0-6F1E-436F-E9896A165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DA7BC4D-4E0E-292E-2BB8-9845BCE55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7B95A-BA46-4E02-8D32-2352C849B4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17701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AD54D-94EE-B67F-43D1-E961BCC6C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7AC1665-9A6A-E84A-08E7-16F5BCA7A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6766-D935-4B20-8070-32D7F29F50FE}" type="datetimeFigureOut">
              <a:rPr lang="de-AT" smtClean="0"/>
              <a:t>12.10.2026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C3AA9F-AB00-3968-8937-E3C8A0F2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763D9E-B193-9031-660E-7C833B6E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7B95A-BA46-4E02-8D32-2352C849B4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1041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3E4D48-1685-1EDC-BE63-ABF7CA74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6766-D935-4B20-8070-32D7F29F50FE}" type="datetimeFigureOut">
              <a:rPr lang="de-AT" smtClean="0"/>
              <a:t>12.10.2026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0082F51-66F8-EFA1-4C7E-96FAACCB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5F94E8-7787-C10C-0ED2-866CEA7A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7B95A-BA46-4E02-8D32-2352C849B4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49327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1F11DA-281C-9040-C2CE-29F3C2E37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46269F-BE13-A49A-0DC0-2064F0BD4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1392C3-F74D-4118-3415-B0A8CE705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059492-9358-7DF2-4E33-CC7639317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6766-D935-4B20-8070-32D7F29F50FE}" type="datetimeFigureOut">
              <a:rPr lang="de-AT" smtClean="0"/>
              <a:t>12.10.2026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822E84-BAA9-3710-1EF9-D24D4FE73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72BD70-83B0-C00E-47E6-76C01184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7B95A-BA46-4E02-8D32-2352C849B4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27007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20905E-9FB2-09C2-2E5C-E14C7D42D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B716217-7A51-A232-B3D6-7859FA47778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6804F1C-9247-73C5-BA5D-37DBDC07F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5A2C40-FF2E-9C4C-96F0-E325E62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6766-D935-4B20-8070-32D7F29F50FE}" type="datetimeFigureOut">
              <a:rPr lang="de-AT" smtClean="0"/>
              <a:t>12.10.2026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5510CA-0B58-469D-CB59-A8DA96E3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BDA930-5C18-ADEA-6D6B-7A09B3A42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7B95A-BA46-4E02-8D32-2352C849B4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47813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1FD1DE-817B-A08E-7AAB-A0FD5D0AC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52FC579-64E5-AD11-43A9-03FE0BA3B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FA187A-C973-4CA3-A594-16F7B25B2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6766-D935-4B20-8070-32D7F29F50FE}" type="datetimeFigureOut">
              <a:rPr lang="de-AT" smtClean="0"/>
              <a:t>12.10.2026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C52E2B-4323-81DE-DD39-E6C3B98D1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2611E5-ECBC-3FA7-4663-B1F774AD4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7B95A-BA46-4E02-8D32-2352C849B4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8090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F1C9DF-439F-9DB6-A73D-79E8E44969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4A1AB97-FE7A-514C-7748-18710E779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6D0F88-8651-F769-47E4-8B3C5003C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6766-D935-4B20-8070-32D7F29F50FE}" type="datetimeFigureOut">
              <a:rPr lang="de-AT" smtClean="0"/>
              <a:t>12.10.2026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E7E01E-516D-5BC8-0287-917B72165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3CAC21-520A-6FDF-3F0F-CFCC125B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7B95A-BA46-4E02-8D32-2352C849B4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44662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4A54B-F1AC-1352-8647-9CBBB0CA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A6B8F4-1F78-45C4-3668-C9A05084F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D1E750-62F5-6832-DF64-06FA2635A9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D6766-D935-4B20-8070-32D7F29F50FE}" type="datetimeFigureOut">
              <a:rPr lang="de-AT" smtClean="0"/>
              <a:t>12.10.2026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E30275-86E4-522D-3B1B-B6B51F167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3F097D-21DA-DBB3-959A-3FC23D56E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7B95A-BA46-4E02-8D32-2352C849B4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01225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454F92F-9F29-82E2-ED80-5C450A459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42" y="806824"/>
            <a:ext cx="2919738" cy="1494117"/>
          </a:xfrm>
        </p:spPr>
        <p:txBody>
          <a:bodyPr anchor="b">
            <a:normAutofit/>
          </a:bodyPr>
          <a:lstStyle/>
          <a:p>
            <a:pPr algn="l"/>
            <a:r>
              <a:rPr lang="de-AT" sz="2000">
                <a:solidFill>
                  <a:srgbClr val="FFFFFF"/>
                </a:solidFill>
              </a:rPr>
              <a:t>Factory Method Patte</a:t>
            </a:r>
            <a:r>
              <a:rPr lang="de-AT" sz="2000" b="1">
                <a:solidFill>
                  <a:srgbClr val="FFFFFF"/>
                </a:solidFill>
              </a:rPr>
              <a:t>r</a:t>
            </a:r>
            <a:r>
              <a:rPr lang="de-AT" sz="2000">
                <a:solidFill>
                  <a:srgbClr val="FFFFFF"/>
                </a:solidFill>
              </a:rPr>
              <a:t>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45AC443-CA0C-9EE5-E6D8-BA5DC4677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667724"/>
            <a:ext cx="7225748" cy="352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8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62D618-0EBE-988F-7311-ACD10787C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Klassenmodell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5BFB153-995F-63B8-557E-62B15A0D9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008375"/>
            <a:ext cx="7225748" cy="4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226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E1A2C1-BD6B-393B-395B-50542D085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Ausgewählte Implementierungsdetails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4AE5748-28C1-3E8F-F369-731F6418ACDD}"/>
              </a:ext>
            </a:extLst>
          </p:cNvPr>
          <p:cNvSpPr txBox="1"/>
          <p:nvPr/>
        </p:nvSpPr>
        <p:spPr>
          <a:xfrm>
            <a:off x="8571507" y="387224"/>
            <a:ext cx="3291839" cy="830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 err="1">
                <a:solidFill>
                  <a:srgbClr val="FFFFFF"/>
                </a:solidFill>
              </a:rPr>
              <a:t>Produkt</a:t>
            </a: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D903811-81AE-E183-3DD7-978B7F153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814" y="2181426"/>
            <a:ext cx="4007021" cy="399763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6486C83-EAC3-08C7-9632-5B9F20201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217815"/>
            <a:ext cx="3678004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126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DB7EF-2720-07D1-ADB5-AD9485F49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9093D81-4FE2-F2CC-20BD-BB3003E0A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9AC930-1361-7EAD-6123-A0D69E372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5536C9-65CD-0276-9EE5-885FC8D28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C1B159-1686-BB83-BF4C-5FE5E4EE2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702019-AA6A-D53D-5F55-0169B2A6A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D77B44-89FA-AA53-CAF1-4E73CB178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Ausgewählte Implementierungsdetails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23A8F7B-3A9B-D838-765E-8147DD198840}"/>
              </a:ext>
            </a:extLst>
          </p:cNvPr>
          <p:cNvSpPr txBox="1"/>
          <p:nvPr/>
        </p:nvSpPr>
        <p:spPr>
          <a:xfrm>
            <a:off x="8571507" y="387224"/>
            <a:ext cx="3291839" cy="830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FFFFF"/>
                </a:solidFill>
              </a:rPr>
              <a:t>Factory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5CFA13C-10F4-2A2B-F320-CDBBB3C4B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81" y="2783029"/>
            <a:ext cx="4153260" cy="165368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19A760B-8B5F-607D-B186-92E38F035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022" y="2523104"/>
            <a:ext cx="5829805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316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Breitbild</PresentationFormat>
  <Paragraphs>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PowerPoint-Präsentation</vt:lpstr>
      <vt:lpstr>Klassenmodell</vt:lpstr>
      <vt:lpstr>Ausgewählte Implementierungsdetails</vt:lpstr>
      <vt:lpstr>Ausgewählte Implementierungsdetails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Fraberger Kilian</dc:creator>
  <cp:lastModifiedBy>Fraberger Kilian</cp:lastModifiedBy>
  <cp:revision>1</cp:revision>
  <dcterms:created xsi:type="dcterms:W3CDTF">2026-10-12T10:29:35Z</dcterms:created>
  <dcterms:modified xsi:type="dcterms:W3CDTF">2026-10-12T10:34:56Z</dcterms:modified>
</cp:coreProperties>
</file>